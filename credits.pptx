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-418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8951-D750-F8B7-0850-93712BA94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A16A7-2CA4-4317-EFA0-BA9D87FDC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99D67-AC4C-44D3-D1E9-399258BEA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9B415-B0E2-4A63-A44F-AD4B9CFF81F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DA05F-6CF6-50F3-961B-F781FD9B3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79CD2-4383-AEDF-898F-11E90C33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FFC0-7C5B-43DF-B1DF-561166F2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96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8BDE-E0A9-1C87-D6E4-7276EA37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36225-8954-6022-C124-0AD1D954C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2DB4C-6341-E92D-8CDA-8620AF0A1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9B415-B0E2-4A63-A44F-AD4B9CFF81F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ADF48-540B-4260-18E9-B5F0A78D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697B2-339C-7804-5C39-25E05E7C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FFC0-7C5B-43DF-B1DF-561166F2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D356F-8952-9085-4A8B-F56B301B8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03A6C-39FE-289B-DE38-7DF693F83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68B55-931A-9D99-48EE-5EB241EC4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9B415-B0E2-4A63-A44F-AD4B9CFF81F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8B5C5-DB00-B109-8189-088797C37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68ED2-BC7E-4519-8B91-D910B5EB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FFC0-7C5B-43DF-B1DF-561166F2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9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383A-8B97-A55E-C437-095A34166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9C03E-E909-0E01-966B-B6007EBB83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C29F0-5FD2-D93C-830A-EC7617D4A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433DF-98E5-6018-B60A-C13FBCD8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9B415-B0E2-4A63-A44F-AD4B9CFF81F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5D62-AC2D-ED65-E25C-9C13D1838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C9611-E80B-B9B4-F9F3-A92E1596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FFC0-7C5B-43DF-B1DF-561166F2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1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3FCB-C667-D460-9DE7-6FE3822B8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984C5-E86A-FB09-4DC1-E391A68B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54A0B-CE1B-792F-3501-745CBC824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9D4B66-E208-EBF9-27A3-7CBBDC261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61E6DB-BFCA-85B2-FF8A-9DBEA3DAD0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6EB355-FB64-04C8-DFB8-C2ECA43C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9B415-B0E2-4A63-A44F-AD4B9CFF81F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A971B5-23BB-9C07-8ABD-D85339AE6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9F65D1-59D6-19A0-598D-539505AC1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FFC0-7C5B-43DF-B1DF-561166F2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61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F9D2-7E8C-5EEF-4E82-86B9A4CD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C989B8-A4DF-CF75-81F2-3B6D5E122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9B415-B0E2-4A63-A44F-AD4B9CFF81F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9E1EC-13AA-B32E-F32F-40714E35A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C8A0A-B816-8B98-D9AB-472F1470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FFC0-7C5B-43DF-B1DF-561166F2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49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6CFAE-E9AC-851B-530E-857C9D6B8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9B415-B0E2-4A63-A44F-AD4B9CFF81F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C600E-F6F4-FAED-0EC7-872CA836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75793-274F-8D76-C348-497386D5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FFC0-7C5B-43DF-B1DF-561166F2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8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AE4D8-964F-AD15-D42D-4B39EA7E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23791-E6F5-DC17-C2B9-6F6E183B2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7CFAA-D04A-2672-C385-EF30B56CC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142B2-2956-2FA9-AFC9-203E32D9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9B415-B0E2-4A63-A44F-AD4B9CFF81F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43FAB-0563-F4B8-BA9F-A6E10965A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B9B8D-B17F-6B2B-DD11-DBAE3B51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FFC0-7C5B-43DF-B1DF-561166F2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61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1DCF-CCC6-CAB9-BD00-E7DAB6D1A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46DFB8-970F-6749-6729-636B9652A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EF01A-798E-7E9C-5C97-153BA3697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1FEC3-1FB1-8F7F-316F-0536B19D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9B415-B0E2-4A63-A44F-AD4B9CFF81F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85448-BBF4-E533-2DB1-A4324989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69B85-885D-07EE-7F12-DD21E750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FFC0-7C5B-43DF-B1DF-561166F2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7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4D8E-B338-987F-E5A5-F4711A39E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80B8A-0BBF-070E-F815-9C9B313DD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CD996-196E-B011-1AC1-CD5368FC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9B415-B0E2-4A63-A44F-AD4B9CFF81F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BE8B5-55E8-EA6F-5A67-F339F95D7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4129E-CF93-6220-435F-21D55B34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FFC0-7C5B-43DF-B1DF-561166F2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47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82AF4C-5B67-F1EF-E91A-8BC69F324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061AD-546E-3736-3DF0-0649562AB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B8C4B-E7AB-EF02-20E3-CCC6CEF30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9B415-B0E2-4A63-A44F-AD4B9CFF81F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DD2C0-D593-8C4F-FECA-44D716D51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CE248-C5E2-D259-F7E1-AD3DAD3C9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FFC0-7C5B-43DF-B1DF-561166F2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0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635BD1-77BD-0045-63C2-0CB2E289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B9990-E1FF-D8DE-0F8F-254A0B3E5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18F56-A7FD-AD25-E828-42ACEA943E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9B415-B0E2-4A63-A44F-AD4B9CFF81F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34D4C-F792-EEF0-B0B1-7ED82CDF8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E2416-EE7D-5A83-1DEE-6D777033E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2FFC0-7C5B-43DF-B1DF-561166F2B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94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878375-056C-0EB8-464E-46FE92F70E1E}"/>
              </a:ext>
            </a:extLst>
          </p:cNvPr>
          <p:cNvSpPr txBox="1"/>
          <p:nvPr/>
        </p:nvSpPr>
        <p:spPr>
          <a:xfrm>
            <a:off x="1956618" y="6725264"/>
            <a:ext cx="7492181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Credits:</a:t>
            </a:r>
            <a:endParaRPr lang="en-US" sz="2800" dirty="0"/>
          </a:p>
          <a:p>
            <a:r>
              <a:rPr lang="en-US" sz="2800" b="1" dirty="0"/>
              <a:t>Main Producers:</a:t>
            </a:r>
            <a:endParaRPr lang="en-US" sz="2800" dirty="0"/>
          </a:p>
          <a:p>
            <a:r>
              <a:rPr lang="en-US" sz="2800" b="1" dirty="0"/>
              <a:t>Khoi Ngyuen</a:t>
            </a:r>
            <a:endParaRPr lang="en-US" sz="2800" dirty="0"/>
          </a:p>
          <a:p>
            <a:r>
              <a:rPr lang="en-US" sz="2800" b="1" dirty="0"/>
              <a:t>Divyansh Joshi </a:t>
            </a:r>
            <a:endParaRPr lang="en-US" sz="2800" dirty="0"/>
          </a:p>
          <a:p>
            <a:r>
              <a:rPr lang="en-US" sz="2800" b="1" dirty="0"/>
              <a:t>Giselle Quek </a:t>
            </a:r>
            <a:endParaRPr lang="en-US" sz="2800" dirty="0"/>
          </a:p>
          <a:p>
            <a:r>
              <a:rPr lang="en-US" sz="2800" b="1" dirty="0"/>
              <a:t>Fan </a:t>
            </a:r>
            <a:r>
              <a:rPr lang="en-US" sz="2800" b="1" dirty="0" err="1"/>
              <a:t>Xulin</a:t>
            </a:r>
            <a:r>
              <a:rPr lang="en-US" sz="2800" b="1" dirty="0"/>
              <a:t> </a:t>
            </a:r>
            <a:endParaRPr lang="en-US" sz="2800" dirty="0"/>
          </a:p>
          <a:p>
            <a:r>
              <a:rPr lang="en-US" sz="2800" b="1" dirty="0"/>
              <a:t>Guo </a:t>
            </a:r>
            <a:r>
              <a:rPr lang="en-US" sz="2800" b="1" dirty="0" err="1"/>
              <a:t>Xiangle</a:t>
            </a:r>
            <a:endParaRPr lang="en-US" sz="2800" dirty="0"/>
          </a:p>
          <a:p>
            <a:r>
              <a:rPr lang="en-US" sz="2800" b="1" dirty="0"/>
              <a:t>Featured In Video:</a:t>
            </a:r>
            <a:endParaRPr lang="en-US" sz="2800" dirty="0"/>
          </a:p>
          <a:p>
            <a:r>
              <a:rPr lang="en-US" sz="2800" b="1" dirty="0"/>
              <a:t>All fellow P6 students</a:t>
            </a:r>
            <a:endParaRPr lang="en-US" sz="2800" dirty="0"/>
          </a:p>
          <a:p>
            <a:r>
              <a:rPr lang="en-US" sz="2800" b="1" dirty="0"/>
              <a:t>Special Thanks To:</a:t>
            </a:r>
            <a:endParaRPr lang="en-US" sz="2800" dirty="0"/>
          </a:p>
          <a:p>
            <a:r>
              <a:rPr lang="en-US" sz="2800" b="1" dirty="0" err="1"/>
              <a:t>Mdm</a:t>
            </a:r>
            <a:r>
              <a:rPr lang="en-US" sz="2800" b="1" dirty="0"/>
              <a:t> Kalpana </a:t>
            </a:r>
            <a:endParaRPr lang="en-US" sz="2800" dirty="0"/>
          </a:p>
          <a:p>
            <a:r>
              <a:rPr lang="en-US" sz="2800" b="1" dirty="0" err="1"/>
              <a:t>Mdm</a:t>
            </a:r>
            <a:r>
              <a:rPr lang="en-US" sz="2800" b="1" dirty="0"/>
              <a:t> Zhang</a:t>
            </a:r>
            <a:endParaRPr lang="en-US" sz="2800" dirty="0"/>
          </a:p>
          <a:p>
            <a:r>
              <a:rPr lang="en-US" sz="2800" b="1" dirty="0" err="1"/>
              <a:t>Mrs</a:t>
            </a:r>
            <a:r>
              <a:rPr lang="en-US" sz="2800" b="1" dirty="0"/>
              <a:t> Chen </a:t>
            </a:r>
            <a:endParaRPr lang="en-US" sz="2800" dirty="0"/>
          </a:p>
          <a:p>
            <a:r>
              <a:rPr lang="en-US" sz="2800" b="1" dirty="0" err="1"/>
              <a:t>Mr</a:t>
            </a:r>
            <a:r>
              <a:rPr lang="en-US" sz="2800" b="1" dirty="0"/>
              <a:t> Zack </a:t>
            </a:r>
            <a:endParaRPr lang="en-US" sz="2800" dirty="0"/>
          </a:p>
          <a:p>
            <a:r>
              <a:rPr lang="en-US" sz="2800" b="1" dirty="0" err="1"/>
              <a:t>Ms</a:t>
            </a:r>
            <a:r>
              <a:rPr lang="en-US" sz="2800" b="1" dirty="0"/>
              <a:t> Germaine </a:t>
            </a:r>
            <a:endParaRPr lang="en-US" sz="2800" dirty="0"/>
          </a:p>
          <a:p>
            <a:r>
              <a:rPr lang="en-US" sz="2800" b="1" dirty="0" err="1"/>
              <a:t>Mr</a:t>
            </a:r>
            <a:r>
              <a:rPr lang="en-US" sz="2800" b="1" dirty="0"/>
              <a:t> </a:t>
            </a:r>
            <a:r>
              <a:rPr lang="en-US" sz="2800" b="1" dirty="0" err="1"/>
              <a:t>Rafiei</a:t>
            </a:r>
            <a:endParaRPr lang="en-US" sz="2800" dirty="0"/>
          </a:p>
          <a:p>
            <a:r>
              <a:rPr lang="en-US" sz="2800" b="1" dirty="0" err="1"/>
              <a:t>Mrs</a:t>
            </a:r>
            <a:r>
              <a:rPr lang="en-US" sz="2800" b="1" dirty="0"/>
              <a:t> Serene Yue</a:t>
            </a:r>
            <a:endParaRPr lang="en-US" sz="2800" dirty="0"/>
          </a:p>
          <a:p>
            <a:r>
              <a:rPr lang="en-US" sz="2800" b="1" dirty="0" err="1"/>
              <a:t>Mr</a:t>
            </a:r>
            <a:r>
              <a:rPr lang="en-US" sz="2800" b="1" dirty="0"/>
              <a:t> Gerald Wong</a:t>
            </a:r>
            <a:endParaRPr lang="en-US" sz="2800" dirty="0"/>
          </a:p>
          <a:p>
            <a:r>
              <a:rPr lang="en-US" sz="2800" b="1" dirty="0" err="1"/>
              <a:t>Mr</a:t>
            </a:r>
            <a:r>
              <a:rPr lang="en-US" sz="2800" b="1" dirty="0"/>
              <a:t> Hisham</a:t>
            </a:r>
            <a:endParaRPr lang="en-US" sz="2800" dirty="0"/>
          </a:p>
          <a:p>
            <a:r>
              <a:rPr lang="en-US" sz="2800" b="1" dirty="0" err="1"/>
              <a:t>Mrs</a:t>
            </a:r>
            <a:r>
              <a:rPr lang="en-US" sz="2800" b="1" dirty="0"/>
              <a:t> Sarah Tan</a:t>
            </a:r>
            <a:endParaRPr lang="en-US" sz="2800" dirty="0"/>
          </a:p>
          <a:p>
            <a:r>
              <a:rPr lang="en-US" sz="2800" b="1" dirty="0" err="1"/>
              <a:t>Ms</a:t>
            </a:r>
            <a:r>
              <a:rPr lang="en-US" sz="2800" b="1" dirty="0"/>
              <a:t> Nicole Chee</a:t>
            </a:r>
            <a:endParaRPr lang="en-US" sz="2800" dirty="0"/>
          </a:p>
          <a:p>
            <a:r>
              <a:rPr lang="en-US" sz="2800" b="1" dirty="0" err="1"/>
              <a:t>Mdm</a:t>
            </a:r>
            <a:r>
              <a:rPr lang="en-US" sz="2800" b="1" dirty="0"/>
              <a:t> Hasanah 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1029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-2.22222E-6 L 0.00078 -2.34352 " pathEditMode="relative" rAng="0" ptsTypes="AA">
                                      <p:cBhvr>
                                        <p:cTn id="6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7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Khoi Nguyen</dc:creator>
  <cp:lastModifiedBy>Khoi Nguyen</cp:lastModifiedBy>
  <cp:revision>1</cp:revision>
  <dcterms:created xsi:type="dcterms:W3CDTF">2025-11-02T16:20:30Z</dcterms:created>
  <dcterms:modified xsi:type="dcterms:W3CDTF">2025-11-02T16:23:24Z</dcterms:modified>
</cp:coreProperties>
</file>